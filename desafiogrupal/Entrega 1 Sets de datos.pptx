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Maven Pr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bold.fntdata"/><Relationship Id="rId14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0f37f7f3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0f37f7f3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f1320e1ef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0f1320e1ef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0f37f7f36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0f37f7f36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etadata.fundacionsadosky.org.ar/competition/11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c/titanic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57027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Entrega sets de Datos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61338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Nelson Anamarina, Maximilano Rosanda, Vanina Tempesta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Predicción del valor futuro de la Soja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882175" y="1597875"/>
            <a:ext cx="7606200" cy="30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Este set de datos se enmarca en una competencia lanzada por MatBa Rofex y  muestra información </a:t>
            </a:r>
            <a:r>
              <a:rPr lang="es-419"/>
              <a:t>relacionada</a:t>
            </a:r>
            <a:r>
              <a:rPr lang="es-419"/>
              <a:t> a los mercados financieros futuros, como el precio de apertura y cierre de los futuros, el precio </a:t>
            </a:r>
            <a:r>
              <a:rPr lang="es-419"/>
              <a:t>máximo</a:t>
            </a:r>
            <a:r>
              <a:rPr lang="es-419"/>
              <a:t> y </a:t>
            </a:r>
            <a:r>
              <a:rPr lang="es-419"/>
              <a:t>mínimo</a:t>
            </a:r>
            <a:r>
              <a:rPr lang="es-419"/>
              <a:t> del día, el volumen operado </a:t>
            </a:r>
            <a:r>
              <a:rPr lang="es-419"/>
              <a:t>entre</a:t>
            </a:r>
            <a:r>
              <a:rPr lang="es-419"/>
              <a:t> otras. El objetivo es predecir que valor tomará el precio futuro de la tonelada de soja, por lo tanto es un problema de regresión.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uFill>
                  <a:noFill/>
                </a:uFill>
                <a:hlinkClick r:id="rId3"/>
              </a:rPr>
              <a:t>https://metadata.fundacionsadosky.org.ar/competition/11/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Set de datos: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https://docs.google.com/spreadsheets/d/1_vVz2J4xREuMrh3axblGMh299HtEM-sdAmXKG70HRhM/edit?usp=sharing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Predicción</a:t>
            </a:r>
            <a:r>
              <a:rPr lang="es-419"/>
              <a:t> de la supervivencia de un pasajero del Titanic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882175" y="1597875"/>
            <a:ext cx="7606200" cy="30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Este set de datos muestra información sobre variables relacionadas a las personas que estaban a bordo del Titanic, como género, edad, si tienen o no parientes,  la clase a la pertenece entre otras. El objetivo es predecir la probabilidad de supervivencia de dichas personas, por lo tanto el problema que se intenta abordar es de clasificación. Siendo la variable a predecir  la supervivencia.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uFill>
                  <a:noFill/>
                </a:uFill>
                <a:hlinkClick r:id="rId3"/>
              </a:rPr>
              <a:t>https://www.kaggle.com/c/titanic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Set de datos: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Train: https://drive.google.com/file/d/1p6WtNRFI59ZQ-ONtgCTSOdSTncMes_7p/view?usp=sharing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Test:: </a:t>
            </a:r>
            <a:r>
              <a:rPr lang="es-419"/>
              <a:t>https://drive.google.com/file/d/1Vkw9BBCJU99EPsiIgHhJMW6XCvL2yLLP/view?usp=sharing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Clasificación de preguntas de clientes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882175" y="1597875"/>
            <a:ext cx="7606200" cy="30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Este set de datos provisto por Santander cuenta solamente con un listado de preguntas realizadas por clientes y el objetivo es poder clasificar </a:t>
            </a:r>
            <a:r>
              <a:rPr lang="es-419"/>
              <a:t>cuál</a:t>
            </a:r>
            <a:r>
              <a:rPr lang="es-419"/>
              <a:t> es la intención de la pregunta (</a:t>
            </a:r>
            <a:r>
              <a:rPr lang="es-419"/>
              <a:t>existen</a:t>
            </a:r>
            <a:r>
              <a:rPr lang="es-419"/>
              <a:t> 350 </a:t>
            </a:r>
            <a:r>
              <a:rPr lang="es-419"/>
              <a:t>categorías</a:t>
            </a:r>
            <a:r>
              <a:rPr lang="es-419"/>
              <a:t>) utilizando técnicas de NPL)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https://metadata.fundacionsadosky.org.ar/competition/21/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Set de datos: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Train: </a:t>
            </a:r>
            <a:r>
              <a:rPr lang="es-419"/>
              <a:t>https://drive.google.com/file/d/1msBzyLCd9xTksK-UHqi1TeHKzcAJvmOX/view?usp=sharing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Test:: </a:t>
            </a:r>
            <a:r>
              <a:rPr lang="es-419"/>
              <a:t>https://drive.google.com/file/d/1b-DX24B-YdANBzhE1CCiDPi8KMqZRGNb/view?usp=sharing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